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1: 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A5C"/>
                </a:solidFill>
                <a:latin typeface="Calibri"/>
              </a:defRPr>
            </a:pPr>
            <a:r>
              <a:t>Drift-Sense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AI-Powered Navigation-Error Recovery for Wafer Inspection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Semicon India Hackathon 2026 — Applied Materials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Team: [TEAM NAME], Vellore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2: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Pinpointing the Right Periodic Cell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887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**Task**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Match a 100× native reference crop to a 10× search image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**Challenge**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Periodic layout → thousands of visually identical 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**Failure Mode**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NCC peak often lands on wrong periodic repeat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**Key Insight**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Problem is not *detection* — it is *disambiguation*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7947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Reference: 1000×1000 px at 100× magnification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79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Search: 1000×1000 px at 10× magnification (~10× downsample)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Nominal scale ratio: 10:1 (robustness tested 9:1 to 11:1)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3: Why NCC Alone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The Periodic Ambiguity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NCC computes spatial cross-correlation → finds global maximum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On periodic structures: correlation surface has **many near-equal peaks** at multiples of the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Global argmax often picks a decoy cell, not the true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Three Canonical Failure Modes (Self-Eval Benchmark):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063240"/>
          <a:ext cx="42062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`finfet_017`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214 px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Stage-2 refinement converges to wrong periodic cell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`finfet_021`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571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True site in top-K pool but misranked by NCC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`finfet_023`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868 px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True site absent from top-100 coarse peaks (98.5th percentile)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**All three correctly self-flagged as low-confidence** via ambiguity ratio.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4: DriftSense V1 — Two-Stage NCC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Production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Stage 1: Coarse Global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Single nominal-scale, zero-rotation NCC over full 1000×1000 search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Computes ambiguity ratio (best peak vs. best elsewhere) → confidence 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Stage 2: Fine Local Refinement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5 scales × 7 rotations grid search in local window around Stage-1 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Parabolic sub-pixel peak refinement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**3× speedup** (21.9s → 7.2s) by confining grid to local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Results (40 pairs: 15 DRAM + 15 FinFET + 10 OOD mixed_logic):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≤5 px: **92.5%** | Median error: **0.09 px**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DRAM: 100% (15/15) | FinFET: 80% (12/15) | OOD: 100% (10/10)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Runtime: ~132 ms/sample (CPU)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5: DriftSense V2 — Top-K Candidate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Enabling Reranking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Global NCC → top-K NMS peaks → independent Stage-2 refinement → dedup on **refined** coordinates → ranked list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887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Candidate Recall @5px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**Fixes** `finfet_021`: GT enters pool at 0.02 px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**Does not fix** `finfet_017` (Stage-2 corruption) or `finfet_023` (candidate generation failure)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Final ranked accuracy = V1 (92.5%), but enables reranking 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Runtime: ~3.37s/sample at K=40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6: Experimental Journey — What We Tried &amp; Rejected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53949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11887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Hypothesis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Rejected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**V3 Native Verification**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Native-res NCC re-ranks V2 pool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67.5% @5px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Rescued `finfet_021` but **broke 11 DRAM cases** (100%→26.7%)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**Gradient (Sobel)**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Structural edges break periodicity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37.5% / 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Helped `finfet_017` pool but failed globally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**Periodicity Signatures** (FFT/Gabor)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Layout frequency identifies cell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Translation-invariant — tells structure, not occurrence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**V4 Phase Correlation**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phase separates true 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87.5% @5px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Rescued `finfet_021` but **broke 3 correct DRAM cases** (noisy 30px window)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1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**Scientific Story**: *"We tested multiple increasingly domain-aware approaches and retained the robust baseline when they failed to generalize."*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7: DriftSense V5 — Gated Phase Reranker (Production Default)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Dual Gating Prevents Regressions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```python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if template_side &gt;= 60px AND top2_score_margin &lt; 0.01: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apply_phase_reranker()  # Only on ambiguous FinFET candidates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else: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keep_v2_ranking()       # DRAM / confident cases unchanged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```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**Rationale**: Phase correlation needs spatial support (~60px template). Works for FinFET (~100px) but fails on DRAM (~30px). Gate prevents DRAM regression.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Results (40 pairs):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**95% @5px** overall (DRAM 100%, FinFET 93.3%, mixed_logic 100%)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Runtime: ~200 ms/sample — minimal overhead over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All 3 failure cases self-flagged; `finfet_021` rescued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8: Dataset Design — Synthetic Benchmark with Realism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Shared Canvas + Independent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**Shared native canvas** (10k×10k): Reference = crop, Search = full downsample → GT true by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**Breaking perfect periodicity**: Low-frequency brightness field + sparse defects + guaranteed landmark blobs (2-4 per crop, sized to survive 10× downsample)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**Independent degradation**: Separate RNGs per image (noise, blur, rotation, scale)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**SEM Physics** (all cited):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Edge brightening (SE escape probability at topographic edges)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Mixed Poisson-Gaussian noise (shot noise + read noise)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Non-uniform brightness (charging/gain drift)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9: Key 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Robust, Fast, and Honest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4206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V1 Baseline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V5 Gated (Default)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**Overall @5px**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**95.0%**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DRAM @5px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FinFET @5px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**93.3%**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mixed_logic @5px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Median Error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0.09 px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 px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Runtime (CPU)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~132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Low-Confidence Flagging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3/3 correct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3/3 correct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10: Known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Honest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1. **V5 is a strong but simple baseline** — learnable embeddings could beat it on hard periodic regions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2. **CPU-only throughput** — CUDA `cv2.cuda.matchTemplate` expected to give further speedup (not verified)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3. **Synthetic validation only** — noise/edge parameters cited but not validated against real SEM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4. **finfet_023 unsolved** — GT absent from any NCC-based candidate pool; needs new signal (see SSJD proposal)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11: SSJD — Next Algorithmic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Semiconductor-Specific Joint Descriptor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**Core Idea**: FinFET has **two incommensurate frequencies** (fins ~4px, gates ~30px). Their **joint phase relationship** is physically fixed but varies across lattice cells.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**Intensity NCC**: Uses Fourier *magnitude* → translation-invariant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**Phase Correlation**: Uses Fourier *phase* but needs large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**SSJD**: Uses **joint phase coupling** between fin &amp; gate lattices + topological moments of landmarks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**Breaks lattice translation invariance fundamentally** — not just locally like phase correlation.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**Expected**: Recovers `finfet_023` (unique global peak in SSJD surface) + generalizes to DRAM/mixed_logic via auto-detection.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12: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## Drift-Sense: Robust Navigation-Error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Key Takeaways: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Two-stage NCC + gated phase reranker → **95% @5px**, ~200ms, self-aware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Systematic experimental journey: tried 4 advanced methods, kept the one that generalizes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Synthetic benchmark with SEM physics realism +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Clear path forward: SSJD for the remaining hard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**Repository**: github.com/[REPO] | **Contact**: [EMAIL]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Drift-Sense — Because the algorithm should know when it doesn't know.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